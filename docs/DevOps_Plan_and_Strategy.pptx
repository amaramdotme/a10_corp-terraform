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26915-A154-2C1B-1244-6486D1B218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614D61-13BC-603B-D070-345C24340B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78B03F-510F-44B0-C804-21C025CD1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92F6A-9A5E-47F6-823C-2C3BEC908EA0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45E2AE-4F4B-9653-DC7C-82624B190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6CEC1B-D12A-5E53-0A24-8586F41AA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E0D58-03B8-4E33-8485-E80376F7E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8249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F8B65-C357-85E5-FB61-B338E760D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DD48CE-E098-1B64-81C1-E34FD9B3EF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79DA1E-4D3B-6DB8-08C2-22CD28540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92F6A-9A5E-47F6-823C-2C3BEC908EA0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6001DB-C832-B989-FC67-5181C0C89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B34208-3B1F-F458-DEF0-4276602C3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E0D58-03B8-4E33-8485-E80376F7E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119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5155B-C64B-3D0C-97D2-FDBEC01CC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96CD9A-55BB-0154-AF72-81069C80E2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9CC497-8F55-0794-E021-6E1AA7AAB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92F6A-9A5E-47F6-823C-2C3BEC908EA0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C636A6-4E73-C896-D11E-DEC85C9F4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7AF80D-C376-104C-A308-9C03CBC4E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E0D58-03B8-4E33-8485-E80376F7E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6450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A29D6-CCC7-9349-641D-8BAB5680D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81C3B-1964-B1C3-F2D8-5B388D00AF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167C38-B013-C14C-8A07-F8D5DCFA71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6F3885-A847-B212-6209-7946355B5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92F6A-9A5E-47F6-823C-2C3BEC908EA0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D39C7A-AD2D-7E4B-CE7B-275EAD1A5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0629B5-382C-EE8E-A696-89290D11E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E0D58-03B8-4E33-8485-E80376F7E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3173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4FBBD-F116-1C9A-9549-DFAE1A2C7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7DFA74-4D46-A0AC-BBB8-B6EF5C0FAD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8A5B8E-860B-6CBA-73AE-C19BECF516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9E927B-620B-FFA3-797F-872955E261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F1D2DB-032D-A969-EF50-E57304A698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C02BAB-AE65-1C34-B5FE-79A3B16B6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92F6A-9A5E-47F6-823C-2C3BEC908EA0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35A6CA-3816-B4DF-347D-0689CA440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AC8A63-D003-D8F6-2C48-387F2E516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E0D58-03B8-4E33-8485-E80376F7E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587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AA316-4C83-16D8-FEDA-C123E1056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46A5FF-49D8-0B73-7019-C941D6C0A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92F6A-9A5E-47F6-823C-2C3BEC908EA0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421A32-2ABE-74FC-C8F7-6BB39B86C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BB89A6-5267-E30E-0CBD-5A2DAA2A2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E0D58-03B8-4E33-8485-E80376F7E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944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B84AD4-9190-A620-A04A-684A754A1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92F6A-9A5E-47F6-823C-2C3BEC908EA0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A072CD-85AE-F7A6-39B3-8AC6EC19A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2881F5-350A-3035-C12F-181D4B97E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E0D58-03B8-4E33-8485-E80376F7E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4877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5642A-C209-4A22-BA2D-2060F2BDF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732762-78E4-30D1-4690-5BD052DADB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C8B82A-77E8-18DA-0C04-56F8A11F93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9F1902-9F4A-ACF8-74C8-26BBC94D4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92F6A-9A5E-47F6-823C-2C3BEC908EA0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042D67-9A8E-C3C5-6DD3-25AFDAB25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A12651-5B0D-F3DE-816D-82CC1BFE3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E0D58-03B8-4E33-8485-E80376F7E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092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1A68B-F905-D713-BFED-A6819B757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54A24B-735D-1175-47AE-F5685C9670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66944F-61FB-47ED-00CA-A187AD1416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46B9A6-9873-505A-34C7-9A7FFCD85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92F6A-9A5E-47F6-823C-2C3BEC908EA0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20BDD2-9A3E-FF9E-480B-893885646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3EDE1D-A52A-88D2-6536-720BF3A1A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E0D58-03B8-4E33-8485-E80376F7E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7629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339D6-40A4-9E92-F692-D470391B7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2915DD-D433-7267-746C-17385024EE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CE58FF-87F3-9C7F-320F-63EB32CEE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92F6A-9A5E-47F6-823C-2C3BEC908EA0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5487AA-AE91-E212-7BB2-61211DCA0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91B591-C685-F38F-536F-C7D85D285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E0D58-03B8-4E33-8485-E80376F7E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448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643F7F-3CD7-8C55-11A1-DD01E32119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4B29D1-2579-8708-46AA-3F84E01C98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7D6973-DFA8-4DF9-977C-DB602F65B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92F6A-9A5E-47F6-823C-2C3BEC908EA0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D17B03-E891-2FF5-99FB-12943CAB9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02C3A4-B9BB-4860-5829-EA755E1A8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E0D58-03B8-4E33-8485-E80376F7E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8455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8D66A6-FAD5-1875-C5DB-38F505DA8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76E6F2-5A9B-3A4B-C1BF-5D7A3360F5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45104-63B4-7657-AAA3-05C2259873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92F6A-9A5E-47F6-823C-2C3BEC908EA0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79DEC4-6444-89BB-001E-3F3C9271A5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8A0063-C8EF-5762-AAFD-379F594E2A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BE0D58-03B8-4E33-8485-E80376F7E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057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0CFDA29-E045-0BEC-5F30-C2F58CE04A56}"/>
              </a:ext>
            </a:extLst>
          </p:cNvPr>
          <p:cNvSpPr/>
          <p:nvPr/>
        </p:nvSpPr>
        <p:spPr>
          <a:xfrm>
            <a:off x="4043082" y="645460"/>
            <a:ext cx="3684494" cy="129988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A10_Corp Management Group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/>
              <a:t>Global subscription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/>
              <a:t>Sales subscription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/>
              <a:t>Marketing Subscription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388F38-44F4-1098-65FD-BB2AE26FDF64}"/>
              </a:ext>
            </a:extLst>
          </p:cNvPr>
          <p:cNvSpPr/>
          <p:nvPr/>
        </p:nvSpPr>
        <p:spPr>
          <a:xfrm>
            <a:off x="2061882" y="3729319"/>
            <a:ext cx="3684494" cy="129988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A10_ Sales Management Group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/>
              <a:t>Sales subscription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1E54FBF-E16A-0761-99C7-739A17ACEE7A}"/>
              </a:ext>
            </a:extLst>
          </p:cNvPr>
          <p:cNvSpPr/>
          <p:nvPr/>
        </p:nvSpPr>
        <p:spPr>
          <a:xfrm>
            <a:off x="7288305" y="3729319"/>
            <a:ext cx="3684494" cy="129988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A10_ Service Management Group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/>
              <a:t>Service Subscription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D5439E-8212-AEF2-90B1-DB243C35DB8C}"/>
              </a:ext>
            </a:extLst>
          </p:cNvPr>
          <p:cNvSpPr/>
          <p:nvPr/>
        </p:nvSpPr>
        <p:spPr>
          <a:xfrm>
            <a:off x="8686800" y="1766048"/>
            <a:ext cx="2465295" cy="83371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/>
              <a:t>shared </a:t>
            </a:r>
            <a:r>
              <a:rPr lang="en-US" sz="1400" dirty="0"/>
              <a:t>Resource Group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5D0DCDA-53FA-AD3A-D842-54E98BE61B1A}"/>
              </a:ext>
            </a:extLst>
          </p:cNvPr>
          <p:cNvSpPr/>
          <p:nvPr/>
        </p:nvSpPr>
        <p:spPr>
          <a:xfrm>
            <a:off x="2671481" y="5611369"/>
            <a:ext cx="2465295" cy="83371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Sales Resource Group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608AFB1-BC91-5804-DCA5-64EC96014A8D}"/>
              </a:ext>
            </a:extLst>
          </p:cNvPr>
          <p:cNvSpPr/>
          <p:nvPr/>
        </p:nvSpPr>
        <p:spPr>
          <a:xfrm>
            <a:off x="7897904" y="5611369"/>
            <a:ext cx="2465295" cy="83371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service Resource Group</a:t>
            </a:r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98412680-8E56-79FA-C8E0-285D44539963}"/>
              </a:ext>
            </a:extLst>
          </p:cNvPr>
          <p:cNvCxnSpPr>
            <a:stCxn id="4" idx="2"/>
            <a:endCxn id="5" idx="0"/>
          </p:cNvCxnSpPr>
          <p:nvPr/>
        </p:nvCxnSpPr>
        <p:spPr>
          <a:xfrm rot="5400000">
            <a:off x="4002741" y="1846730"/>
            <a:ext cx="1783977" cy="19812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850F090F-83FD-5B33-8BD1-EF02EC124BAD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 rot="16200000" flipH="1">
            <a:off x="6615952" y="1214718"/>
            <a:ext cx="1783977" cy="324522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C79C303-E376-75A6-2341-2E4F0CFF5AC7}"/>
              </a:ext>
            </a:extLst>
          </p:cNvPr>
          <p:cNvCxnSpPr>
            <a:stCxn id="5" idx="2"/>
            <a:endCxn id="8" idx="0"/>
          </p:cNvCxnSpPr>
          <p:nvPr/>
        </p:nvCxnSpPr>
        <p:spPr>
          <a:xfrm>
            <a:off x="3904129" y="5029201"/>
            <a:ext cx="0" cy="5821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84D55D0-7CEF-E8F1-F37D-CC4F3D624710}"/>
              </a:ext>
            </a:extLst>
          </p:cNvPr>
          <p:cNvCxnSpPr>
            <a:cxnSpLocks/>
            <a:stCxn id="6" idx="2"/>
            <a:endCxn id="9" idx="0"/>
          </p:cNvCxnSpPr>
          <p:nvPr/>
        </p:nvCxnSpPr>
        <p:spPr>
          <a:xfrm>
            <a:off x="9130552" y="5029201"/>
            <a:ext cx="0" cy="5821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CBCE77AA-F608-97C0-F177-7B5C54A55DF2}"/>
              </a:ext>
            </a:extLst>
          </p:cNvPr>
          <p:cNvCxnSpPr>
            <a:cxnSpLocks/>
            <a:stCxn id="4" idx="3"/>
            <a:endCxn id="7" idx="0"/>
          </p:cNvCxnSpPr>
          <p:nvPr/>
        </p:nvCxnSpPr>
        <p:spPr>
          <a:xfrm>
            <a:off x="7727576" y="1295401"/>
            <a:ext cx="2191872" cy="47064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49333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34</Words>
  <Application>Microsoft Office PowerPoint</Application>
  <PresentationFormat>Widescreen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prashanth narayanan</dc:creator>
  <cp:lastModifiedBy>prashanth narayanan</cp:lastModifiedBy>
  <cp:revision>1</cp:revision>
  <dcterms:created xsi:type="dcterms:W3CDTF">2025-12-14T23:37:19Z</dcterms:created>
  <dcterms:modified xsi:type="dcterms:W3CDTF">2025-12-14T23:39:14Z</dcterms:modified>
</cp:coreProperties>
</file>